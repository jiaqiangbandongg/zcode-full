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Assistant Preview 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800000"/>
            <a:ext cx="7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APC07 PPTX renderer marker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