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beta feedback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Product Launch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Plan for the autumn release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September: beta</a:t>
            </a:r>
          </a:p>
          <a:p>
            <a:r>
              <a:t>October: launch</a:t>
            </a:r>
          </a:p>
          <a:p>
            <a:r>
              <a:t>十一月：复盘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50292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Owner: Dana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Kim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